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M-Band components before the EMS signs.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Electronics offer: place orders in Sword’s name now, transfer to EMS at no cost.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A5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0€ cost. 1 decision.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3EE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 20, 2026  ·  André Faria  ·  For Jorge Garcia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Situation — Lead Times Confirmed Today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Manuel Beito (Future Electronics) · Apr 20, 2026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371600"/>
                <a:gridCol w="6217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Component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7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Supplier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7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Lead Time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7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7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AS7058A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AMS-OSRAM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 overdue since Apr 5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BMI270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Bosch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Pre-alloc required Q4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NPM1300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Nordic Semiconductor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16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Available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DA14531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Renesas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Jul 1 price increase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Battery (Grepow)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Grepow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16–18 wk sea / 12 wk air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MP path confirmed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SGM41106A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SGMicro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14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22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Samples ETA this week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6492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OI 345b4a7d–81c3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Collision — Critical Path at Risk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97280" y="868680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C0C8D4"/>
            </a:solidFill>
            <a:prstDash val="solid"/>
          </a:ln>
          <a:effectLst>
            <a:outerShdw sx="100000" sy="100000" kx="0" ky="0" algn="bl" rotWithShape="0" blurRad="76200" dist="25400" dir="2700000">
              <a:srgbClr val="C0C8D4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17320" y="103327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AS7058A — 30 weeks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 needed today → stock arrives Nov 14 at earliest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C0C8D4"/>
            </a:solidFill>
            <a:prstDash val="solid"/>
          </a:ln>
          <a:effectLst>
            <a:outerShdw sx="100000" sy="100000" kx="0" ky="0" algn="bl" rotWithShape="0" blurRad="76200" dist="25400" dir="2700000">
              <a:srgbClr val="C0C8D4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258775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BMI270 — Q4 pre-allocation window closing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301752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Bosch requires commitment before EMS is selected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977640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C0C8D4"/>
            </a:solidFill>
            <a:prstDash val="solid"/>
          </a:ln>
          <a:effectLst>
            <a:outerShdw sx="100000" sy="100000" kx="0" ky="0" algn="bl" rotWithShape="0" blurRad="76200" dist="25400" dir="2700000">
              <a:srgbClr val="C0C8D4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17320" y="4142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Macronix — Q2 allocation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4572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Flagged Mar 12. Not yet covered.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6235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action, the EMS inherits a broken critical path.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 — Zero-Cost Window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099048" y="822960"/>
            <a:ext cx="0" cy="4846320"/>
          </a:xfrm>
          <a:prstGeom prst="line">
            <a:avLst/>
          </a:prstGeom>
          <a:noFill/>
          <a:ln w="19050">
            <a:solidFill>
              <a:srgbClr val="7BA7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gain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Component priority secured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No-cost transfer to EMS when selected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Zero lead-time loss on critical parts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Price lock before Renesas Jul 1 increase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868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5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risk by waiting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EMS restarts LT clock from zero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Re-qualification of sources adds weeks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Renesas price increase hits Jul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BMI270 pre-alloc window missed → Q1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solidFill>
            <a:srgbClr val="1F222C"/>
          </a:solidFill>
          <a:ln w="12700">
            <a:solidFill>
              <a:srgbClr val="1F222C"/>
            </a:solidFill>
            <a:prstDash val="solid"/>
          </a:ln>
          <a:effectLst>
            <a:outerShdw sx="100000" sy="100000" kx="0" ky="0" algn="bl" rotWithShape="0" blurRad="76200" dist="25400" dir="2700000">
              <a:srgbClr val="C0C8D4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 in Sword’s name now. Move to EMS at no cost. Zero-cost window.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 — One Decision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08792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A7D1"/>
            </a:solidFill>
            <a:prstDash val="solid"/>
          </a:ln>
          <a:effectLst>
            <a:outerShdw sx="100000" sy="100000" kx="0" ky="0" algn="bl" rotWithShape="0" blurRad="76200" dist="25400" dir="2700000">
              <a:srgbClr val="C0C8D4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22960"/>
            <a:ext cx="109087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placing PO for AS7058A today + pre-allocation requests for BMI270 and Grepow (sea-ship) this week?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Jorge Garcia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28232" y="2423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8232" y="2697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André Faria  ·  TPM alignment: Miguel Pais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48" y="2377440"/>
            <a:ext cx="0" cy="777240"/>
          </a:xfrm>
          <a:prstGeom prst="line">
            <a:avLst/>
          </a:prstGeom>
          <a:noFill/>
          <a:ln w="12700">
            <a:solidFill>
              <a:srgbClr val="7BA7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931920"/>
            <a:ext cx="11457432" cy="1508760"/>
          </a:xfrm>
          <a:prstGeom prst="rect">
            <a:avLst/>
          </a:prstGeom>
          <a:solidFill>
            <a:srgbClr val="E4EEF8"/>
          </a:solidFill>
          <a:ln w="6350">
            <a:solidFill>
              <a:srgbClr val="C0C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3159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268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André opens PO with Future Electronics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43159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+48h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46268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Confirmation back to Jorge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3159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6268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2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Pre-alloc requests sent (BMI270 + Grepow)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BA7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OI 345b4a7d–81c3  ·  Future Electronics offer confirmed Apr 20,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2026-04-20T19:49:38Z</dcterms:created>
  <dcterms:modified xsi:type="dcterms:W3CDTF">2026-04-20T19:49:38Z</dcterms:modified>
</cp:coreProperties>
</file>